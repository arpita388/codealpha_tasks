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57" autoAdjust="0"/>
    <p:restoredTop sz="94660"/>
  </p:normalViewPr>
  <p:slideViewPr>
    <p:cSldViewPr>
      <p:cViewPr>
        <p:scale>
          <a:sx n="60" d="100"/>
          <a:sy n="60" d="100"/>
        </p:scale>
        <p:origin x="-1432" y="-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3624-6788-4464-8431-31BBAE574E9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D21DC-BCC5-4CBC-A621-316F3CB05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416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3624-6788-4464-8431-31BBAE574E9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D21DC-BCC5-4CBC-A621-316F3CB05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072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3624-6788-4464-8431-31BBAE574E9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D21DC-BCC5-4CBC-A621-316F3CB05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83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3624-6788-4464-8431-31BBAE574E9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D21DC-BCC5-4CBC-A621-316F3CB05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82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3624-6788-4464-8431-31BBAE574E9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D21DC-BCC5-4CBC-A621-316F3CB05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009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3624-6788-4464-8431-31BBAE574E9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D21DC-BCC5-4CBC-A621-316F3CB05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842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3624-6788-4464-8431-31BBAE574E9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D21DC-BCC5-4CBC-A621-316F3CB05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484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3624-6788-4464-8431-31BBAE574E9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D21DC-BCC5-4CBC-A621-316F3CB05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83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3624-6788-4464-8431-31BBAE574E9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D21DC-BCC5-4CBC-A621-316F3CB05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474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3624-6788-4464-8431-31BBAE574E9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D21DC-BCC5-4CBC-A621-316F3CB05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57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13624-6788-4464-8431-31BBAE574E9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D21DC-BCC5-4CBC-A621-316F3CB05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07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13624-6788-4464-8431-31BBAE574E9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5D21DC-BCC5-4CBC-A621-316F3CB05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1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988840"/>
            <a:ext cx="4304206" cy="1470025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Arial Black" pitchFamily="34" charset="0"/>
              </a:rPr>
              <a:t>PHISHING </a:t>
            </a:r>
            <a:br>
              <a:rPr lang="en-US" dirty="0" smtClean="0">
                <a:solidFill>
                  <a:srgbClr val="FF0000"/>
                </a:solidFill>
                <a:latin typeface="Arial Black" pitchFamily="34" charset="0"/>
              </a:rPr>
            </a:br>
            <a:r>
              <a:rPr lang="en-US" dirty="0">
                <a:solidFill>
                  <a:srgbClr val="FF0000"/>
                </a:solidFill>
                <a:latin typeface="Arial Black" pitchFamily="34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Arial Black" pitchFamily="34" charset="0"/>
              </a:rPr>
              <a:t>    </a:t>
            </a:r>
            <a:r>
              <a:rPr lang="en-US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ATTACKS.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73" t="10213" r="2658" b="6383"/>
          <a:stretch/>
        </p:blipFill>
        <p:spPr bwMode="auto">
          <a:xfrm>
            <a:off x="4163438" y="404664"/>
            <a:ext cx="4980562" cy="5863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86558" y="3461181"/>
            <a:ext cx="2952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Think before you click!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09503" y="6021288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Presented by – </a:t>
            </a:r>
            <a:r>
              <a:rPr lang="en-US" b="1" dirty="0" err="1" smtClean="0">
                <a:solidFill>
                  <a:schemeClr val="accent2">
                    <a:lumMod val="50000"/>
                  </a:schemeClr>
                </a:solidFill>
              </a:rPr>
              <a:t>Arpita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accent2">
                    <a:lumMod val="50000"/>
                  </a:schemeClr>
                </a:solidFill>
              </a:rPr>
              <a:t>Shikhare</a:t>
            </a:r>
            <a:endParaRPr lang="en-US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1899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5652120" cy="1143000"/>
          </a:xfrm>
        </p:spPr>
        <p:txBody>
          <a:bodyPr/>
          <a:lstStyle/>
          <a:p>
            <a:r>
              <a:rPr lang="en-US" u="sng" dirty="0" smtClean="0"/>
              <a:t>WHAT IS PHISHING?</a:t>
            </a:r>
            <a:endParaRPr lang="en-US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449404" y="1124744"/>
            <a:ext cx="82270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/>
              <a:t>Phishing is the act of pretending to be someone, or something, to get information not usually available.</a:t>
            </a:r>
          </a:p>
          <a:p>
            <a:pPr algn="just"/>
            <a:r>
              <a:rPr lang="en-US" sz="2000" dirty="0" smtClean="0"/>
              <a:t>People can be gullible and curious &amp; click on things they shouldn’t – often a link will direct to a fake login page in an attempt to steal credentials.</a:t>
            </a: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011"/>
          <a:stretch/>
        </p:blipFill>
        <p:spPr>
          <a:xfrm>
            <a:off x="449404" y="2448184"/>
            <a:ext cx="8155044" cy="429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995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404664"/>
            <a:ext cx="8229600" cy="1143000"/>
          </a:xfrm>
        </p:spPr>
        <p:txBody>
          <a:bodyPr/>
          <a:lstStyle/>
          <a:p>
            <a:r>
              <a:rPr lang="en-US" u="sng" dirty="0" smtClean="0"/>
              <a:t>LEARN TO SPOT PHISHING EMAILS</a:t>
            </a:r>
            <a:endParaRPr lang="en-US" u="sng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98" b="8988"/>
          <a:stretch/>
        </p:blipFill>
        <p:spPr bwMode="auto">
          <a:xfrm>
            <a:off x="539552" y="1916832"/>
            <a:ext cx="8352928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4959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539552" y="4581128"/>
            <a:ext cx="7848872" cy="19442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8864" y="0"/>
            <a:ext cx="8229600" cy="1143000"/>
          </a:xfrm>
        </p:spPr>
        <p:txBody>
          <a:bodyPr/>
          <a:lstStyle/>
          <a:p>
            <a:r>
              <a:rPr lang="en-US" u="sng" dirty="0" smtClean="0"/>
              <a:t>LEARN TO SPOT FAKE WESITES</a:t>
            </a:r>
            <a:endParaRPr lang="en-US" dirty="0"/>
          </a:p>
        </p:txBody>
      </p:sp>
      <p:pic>
        <p:nvPicPr>
          <p:cNvPr id="4102" name="Picture 6" descr="How to tell at a glance if a website is fake - Web Professionals Glob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24744"/>
            <a:ext cx="8928992" cy="2971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1688354"/>
              </p:ext>
            </p:extLst>
          </p:nvPr>
        </p:nvGraphicFramePr>
        <p:xfrm>
          <a:off x="1115616" y="4821716"/>
          <a:ext cx="8229600" cy="146304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r>
                        <a:rPr lang="en-US" b="1" u="sng" dirty="0">
                          <a:solidFill>
                            <a:srgbClr val="00B050"/>
                          </a:solidFill>
                        </a:rPr>
                        <a:t>Legitimate Site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u="sng" dirty="0" smtClean="0">
                          <a:solidFill>
                            <a:srgbClr val="FF0000"/>
                          </a:solidFill>
                        </a:rPr>
                        <a:t>Phishing site</a:t>
                      </a:r>
                      <a:endParaRPr lang="en-US" b="1" u="sng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HTTPS 🔒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lock 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Correct URL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Misspelled URL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Trusted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Fake login page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3995936" y="4941168"/>
            <a:ext cx="0" cy="14401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394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688" y="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sz="3600" u="sng" dirty="0" smtClean="0"/>
              <a:t>SOCIAL ENGINEERING TACTICS USED BY ATTACKERS</a:t>
            </a:r>
            <a:endParaRPr lang="en-US" sz="3600" u="sng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1" t="15696" r="4767" b="10312"/>
          <a:stretch/>
        </p:blipFill>
        <p:spPr bwMode="auto">
          <a:xfrm>
            <a:off x="0" y="764704"/>
            <a:ext cx="8964488" cy="5976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2004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56592" y="26064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u="sng" dirty="0" smtClean="0"/>
              <a:t>PRACTICES TO STAY SAFE</a:t>
            </a:r>
            <a:endParaRPr lang="en-US" sz="4000" u="sng" dirty="0"/>
          </a:p>
        </p:txBody>
      </p:sp>
      <p:sp>
        <p:nvSpPr>
          <p:cNvPr id="6" name="Rounded Rectangle 5"/>
          <p:cNvSpPr/>
          <p:nvPr/>
        </p:nvSpPr>
        <p:spPr>
          <a:xfrm>
            <a:off x="539552" y="1340768"/>
            <a:ext cx="7776864" cy="57606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Verify the sender's identity</a:t>
            </a: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before opening emails or messages.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39552" y="1939602"/>
            <a:ext cx="7776864" cy="57606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Do not click suspicious links</a:t>
            </a: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or download unknown attachments.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54811" y="2589731"/>
            <a:ext cx="7776864" cy="57606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Check website URLs carefully</a:t>
            </a: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for spelling mistakes or fake domains.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76665" y="3235194"/>
            <a:ext cx="7776864" cy="57606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Never share passwords, OTPs, or personal information</a:t>
            </a: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through email or messages.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83261" y="3874502"/>
            <a:ext cx="7776864" cy="57606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Enable Multi-Factor Authentication (MFA/2FA)</a:t>
            </a: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for added security.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54811" y="4509120"/>
            <a:ext cx="7776864" cy="57606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Keep software and antivirus updated</a:t>
            </a: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to protect against threats.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76665" y="5129583"/>
            <a:ext cx="7776864" cy="57606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Be cautious of urgent or threatening messages</a:t>
            </a: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that pressure immediate action.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76665" y="5805264"/>
            <a:ext cx="7776864" cy="576064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Report phishing emails</a:t>
            </a: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to your organization or email provider.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1376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Hexagon 18"/>
          <p:cNvSpPr/>
          <p:nvPr/>
        </p:nvSpPr>
        <p:spPr>
          <a:xfrm>
            <a:off x="4892073" y="4677924"/>
            <a:ext cx="3784381" cy="710735"/>
          </a:xfrm>
          <a:prstGeom prst="hexagon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7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Hexagon 4"/>
          <p:cNvSpPr/>
          <p:nvPr/>
        </p:nvSpPr>
        <p:spPr>
          <a:xfrm>
            <a:off x="44887" y="3429000"/>
            <a:ext cx="9014278" cy="936104"/>
          </a:xfrm>
          <a:prstGeom prst="hexagon">
            <a:avLst/>
          </a:prstGeom>
          <a:noFill/>
          <a:effectLst>
            <a:outerShdw blurRad="50800" dist="38100" dir="13500000" algn="b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exagon 5"/>
          <p:cNvSpPr/>
          <p:nvPr/>
        </p:nvSpPr>
        <p:spPr>
          <a:xfrm>
            <a:off x="339953" y="4677924"/>
            <a:ext cx="3960440" cy="720080"/>
          </a:xfrm>
          <a:prstGeom prst="hexagon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64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Hexagon 7"/>
          <p:cNvSpPr/>
          <p:nvPr/>
        </p:nvSpPr>
        <p:spPr>
          <a:xfrm>
            <a:off x="349708" y="5661248"/>
            <a:ext cx="3960440" cy="720080"/>
          </a:xfrm>
          <a:prstGeom prst="hexagon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75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Hexagon 8"/>
          <p:cNvSpPr/>
          <p:nvPr/>
        </p:nvSpPr>
        <p:spPr>
          <a:xfrm>
            <a:off x="4892073" y="5661248"/>
            <a:ext cx="3784381" cy="720080"/>
          </a:xfrm>
          <a:prstGeom prst="hexagon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74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97650" y="3429000"/>
            <a:ext cx="88924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You receive an email saying:  "Your bank account will be suspended within 24 hours. Click here and enter your login credentials to keep your account active."</a:t>
            </a:r>
          </a:p>
          <a:p>
            <a:r>
              <a:rPr lang="en-US" dirty="0" smtClean="0"/>
              <a:t>     What is the biggest warning sign?</a:t>
            </a:r>
          </a:p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772001" y="4837909"/>
            <a:ext cx="3096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The email uses your name</a:t>
            </a:r>
            <a:endParaRPr lang="en-US" sz="20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5148064" y="4725144"/>
            <a:ext cx="3312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The message creates urgency and asks for credentials</a:t>
            </a:r>
            <a:endParaRPr lang="en-US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701535" y="5836622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The email contains a bank logo</a:t>
            </a:r>
            <a:endParaRPr 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5148064" y="5850515"/>
            <a:ext cx="324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The email is about your account</a:t>
            </a:r>
            <a:endParaRPr lang="en-US" b="1" dirty="0"/>
          </a:p>
        </p:txBody>
      </p:sp>
      <p:sp>
        <p:nvSpPr>
          <p:cNvPr id="20" name="Rectangle 19"/>
          <p:cNvSpPr/>
          <p:nvPr/>
        </p:nvSpPr>
        <p:spPr>
          <a:xfrm>
            <a:off x="339953" y="2780928"/>
            <a:ext cx="25744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chemeClr val="accent3">
                    <a:lumMod val="50000"/>
                  </a:schemeClr>
                </a:solidFill>
              </a:rPr>
              <a:t>🎯 Interactive Quiz</a:t>
            </a:r>
            <a:endParaRPr lang="en-US" sz="2400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68969" y="217792"/>
            <a:ext cx="62456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u="sng" dirty="0" smtClean="0"/>
              <a:t>REAL-WORLD EXAMPLES OF PHISHING ATTACKS</a:t>
            </a:r>
            <a:endParaRPr lang="en-US" sz="2400" b="1" u="sng" dirty="0"/>
          </a:p>
        </p:txBody>
      </p:sp>
      <p:sp>
        <p:nvSpPr>
          <p:cNvPr id="22" name="TextBox 21"/>
          <p:cNvSpPr txBox="1"/>
          <p:nvPr/>
        </p:nvSpPr>
        <p:spPr>
          <a:xfrm>
            <a:off x="539552" y="764704"/>
            <a:ext cx="77768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Students receive emails promising scholarships but asking for personal information or login credentials.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An email claiming your bank account is locked asks you to click a link and verify your credentials.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A fake delivery message says your package is delayed and requests payment details.</a:t>
            </a:r>
          </a:p>
        </p:txBody>
      </p:sp>
    </p:spTree>
    <p:extLst>
      <p:ext uri="{BB962C8B-B14F-4D97-AF65-F5344CB8AC3E}">
        <p14:creationId xmlns:p14="http://schemas.microsoft.com/office/powerpoint/2010/main" val="776357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31B1B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27F11D"/>
                                      </p:to>
                                    </p:animClr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31B1B"/>
                                      </p:to>
                                    </p:animClr>
                                    <p:set>
                                      <p:cBhvr>
                                        <p:cTn id="2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31B1B"/>
                                      </p:to>
                                    </p:animClr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307</Words>
  <Application>Microsoft Office PowerPoint</Application>
  <PresentationFormat>On-screen Show (4:3)</PresentationFormat>
  <Paragraphs>37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PHISHING       ATTACKS.</vt:lpstr>
      <vt:lpstr>WHAT IS PHISHING?</vt:lpstr>
      <vt:lpstr>LEARN TO SPOT PHISHING EMAILS</vt:lpstr>
      <vt:lpstr>LEARN TO SPOT FAKE WESITES</vt:lpstr>
      <vt:lpstr>SOCIAL ENGINEERING TACTICS USED BY ATTACKERS</vt:lpstr>
      <vt:lpstr>PRACTICES TO STAY SAFE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      ATTACKS.</dc:title>
  <dc:creator>Shivanshi Computer</dc:creator>
  <cp:lastModifiedBy>Shivanshi Computer</cp:lastModifiedBy>
  <cp:revision>17</cp:revision>
  <dcterms:created xsi:type="dcterms:W3CDTF">2026-06-01T07:51:21Z</dcterms:created>
  <dcterms:modified xsi:type="dcterms:W3CDTF">2026-06-01T12:08:25Z</dcterms:modified>
</cp:coreProperties>
</file>